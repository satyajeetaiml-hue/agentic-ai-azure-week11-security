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agentic-ai-azure-week11-security</a:t>
            </a:r>
          </a:p>
          <a:p>
            <a:r>
              <a:rPr sz="1600">
                <a:solidFill>
                  <a:srgbClr val="FFFFFF"/>
                </a:solidFill>
              </a:rPr>
              <a:t>Week 11 · Enterprise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Secure agents with identity &amp; RBAC</a:t>
            </a:r>
          </a:p>
          <a:p>
            <a:r>
              <a:rPr sz="1800">
                <a:solidFill>
                  <a:srgbClr val="202020"/>
                </a:solidFill>
              </a:rPr>
              <a:t>Enforce least privilege (on-behalf-of)</a:t>
            </a:r>
          </a:p>
          <a:p>
            <a:r>
              <a:rPr sz="1800">
                <a:solidFill>
                  <a:srgbClr val="202020"/>
                </a:solidFill>
              </a:rPr>
              <a:t>Audit every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HR Self-Service Agent with Least Privilege</a:t>
            </a:r>
          </a:p>
          <a:p>
            <a:r>
              <a:rPr sz="1800">
                <a:solidFill>
                  <a:srgbClr val="202020"/>
                </a:solidFill>
              </a:rPr>
              <a:t>Acts on behalf of the signed-in user</a:t>
            </a:r>
          </a:p>
          <a:p>
            <a:r>
              <a:rPr sz="1800">
                <a:solidFill>
                  <a:srgbClr val="202020"/>
                </a:solidFill>
              </a:rPr>
              <a:t>Only sees data that user is entitled 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Identity: Entra JWT (prod) / dev headers (local)</a:t>
            </a:r>
          </a:p>
          <a:p>
            <a:r>
              <a:rPr sz="1800">
                <a:solidFill>
                  <a:srgbClr val="202020"/>
                </a:solidFill>
              </a:rPr>
              <a:t>Validate signature, audience, issuer, expiry</a:t>
            </a:r>
          </a:p>
          <a:p>
            <a:r>
              <a:rPr sz="1800">
                <a:solidFill>
                  <a:srgbClr val="202020"/>
                </a:solidFill>
              </a:rPr>
              <a:t>Least privilege: manager role to read others, else 403</a:t>
            </a:r>
          </a:p>
          <a:p>
            <a:r>
              <a:rPr sz="1800">
                <a:solidFill>
                  <a:srgbClr val="202020"/>
                </a:solidFill>
              </a:rPr>
              <a:t>Audit log of allowed &amp; denied accesses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Real Entra JWT validation (JWKS, RS256) — verified</a:t>
            </a:r>
          </a:p>
          <a:p>
            <a:r>
              <a:rPr sz="1800">
                <a:solidFill>
                  <a:srgbClr val="202020"/>
                </a:solidFill>
              </a:rPr>
              <a:t>OAuth2 On-Behalf-Of for downstream tools</a:t>
            </a:r>
          </a:p>
          <a:p>
            <a:r>
              <a:rPr sz="1800">
                <a:solidFill>
                  <a:srgbClr val="202020"/>
                </a:solidFill>
              </a:rPr>
              <a:t>Secrets in Key Vault + Managed Identity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/api/v1/hr/ask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App vs. user vs. tool identity boundaries</a:t>
            </a:r>
          </a:p>
          <a:p>
            <a:r>
              <a:rPr sz="1800">
                <a:solidFill>
                  <a:srgbClr val="202020"/>
                </a:solidFill>
              </a:rPr>
              <a:t>Prompt-injection &amp; exfiltration defenses</a:t>
            </a:r>
          </a:p>
          <a:p>
            <a:r>
              <a:rPr sz="1800">
                <a:solidFill>
                  <a:srgbClr val="202020"/>
                </a:solidFill>
              </a:rPr>
              <a:t>RBAC + Conditional Access + Purview lineage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